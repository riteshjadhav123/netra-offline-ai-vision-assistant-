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 2026</a:t>
            </a:r>
          </a:p>
          <a:p>
            <a:pPr>
              <a:spcAft>
                <a:spcPts val="600"/>
              </a:spcAft>
              <a:defRPr sz="4400" b="1">
                <a:solidFill>
                  <a:srgbClr val="F8FAFC"/>
                </a:solidFill>
                <a:latin typeface="Arial"/>
              </a:defRPr>
            </a:pPr>
            <a:r>
              <a:t>NETRA</a:t>
            </a:r>
          </a:p>
          <a:p>
            <a:pPr>
              <a:spcAft>
                <a:spcPts val="24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Offline AI Vision Assistant for Snapdragon PCs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An accessible, 100% on-device perception engine converting live camera feeds into real-time spoken descriptions via YOLOv8 object detection, EasyOCR, and native Windows SAPI TTS.</a:t>
            </a:r>
          </a:p>
          <a:p>
            <a:pPr>
              <a:defRPr sz="1100" b="1">
                <a:solidFill>
                  <a:srgbClr val="22C55E"/>
                </a:solidFill>
                <a:latin typeface="Arial"/>
              </a:defRPr>
            </a:pPr>
            <a:r>
              <a:t>Target Hardware: Qualcomm® Snapdragon® Copilot+ PCs | Submission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Problem: Visual Information Friction in Daily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2073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78343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  <a:latin typeface="Arial"/>
              </a:defRPr>
            </a:pPr>
            <a:r>
              <a:t>01. Reading Printed Text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Over 2.2 billion people live with vision impairment. Identifying medication dosages, food labels, warning signs, and printed documents creates daily accessibility barriers.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463040"/>
            <a:ext cx="3332073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673" y="1737360"/>
            <a:ext cx="278343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Arial"/>
              </a:defRPr>
            </a:pPr>
            <a:r>
              <a:t>02. Cloud &amp; Network Latency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Existing visual assistant apps depend heavily on cloud LLM APIs, causing high latency, recurring subscription costs, and complete failure during network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186" y="1463040"/>
            <a:ext cx="3332073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1506" y="1737360"/>
            <a:ext cx="278343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03. Privacy &amp; UI Complexity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Streaming live camera feeds to third-party cloud servers poses severe privacy risks. Complex touch interfaces are unusable for individuals requiring instant audio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Solution: Netra Offline AI Perception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8099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323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100% Offline Vision Assistance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Zero Cloud Dependency: All processing runs locally on the host PC.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Zero Subscription Fees: Open-source local perception pipeline.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Privacy-First Telemetry: Camera frames never leave local memory.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Instant Audio Feedback: Designed for single-key hands-free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590" y="1737360"/>
            <a:ext cx="46323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2C55E"/>
                </a:solidFill>
                <a:latin typeface="Arial"/>
              </a:defRPr>
            </a:pPr>
            <a:r>
              <a:t>Multi-Modal Local Fusion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Object Recognition: YOLOv8-N ONNX detects physical items &amp; bounding boxes.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Printed Text OCR: EasyOCR extracts labels, signs, and document text.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Local Composition: Rule-based synthesis avoids LLM hallucination.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Native Speech Output: Windows SAPI speaks clear audio descriptions.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Netra Works: 5-Stage Local AI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887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72455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1. Camera Capture</a:t>
            </a:r>
          </a:p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Webcam Video Input</a:t>
            </a:r>
            <a:br/>
            <a:r>
              <a:t>(DirectShow / OpenCV)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278" y="1645920"/>
            <a:ext cx="199887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438" y="1920240"/>
            <a:ext cx="172455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EF4444"/>
                </a:solidFill>
                <a:latin typeface="Arial"/>
              </a:defRPr>
            </a:pPr>
            <a:r>
              <a:t>2. Object Detection</a:t>
            </a:r>
          </a:p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YOLOv8-N ONNX</a:t>
            </a:r>
            <a:br/>
            <a:r>
              <a:t>(Bounding boxes &amp; labels)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5036" y="1645920"/>
            <a:ext cx="199887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2196" y="1920240"/>
            <a:ext cx="172455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97316"/>
                </a:solidFill>
                <a:latin typeface="Arial"/>
              </a:defRPr>
            </a:pPr>
            <a:r>
              <a:t>3. Text Recognition</a:t>
            </a:r>
          </a:p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EasyOCR Engine</a:t>
            </a:r>
            <a:br/>
            <a:r>
              <a:t>(Printed text extraction)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6794" y="1645920"/>
            <a:ext cx="199887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3954" y="1920240"/>
            <a:ext cx="172455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2C55E"/>
                </a:solidFill>
                <a:latin typeface="Arial"/>
              </a:defRPr>
            </a:pPr>
            <a:r>
              <a:t>4. Local Synthesis</a:t>
            </a:r>
          </a:p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Response Composer</a:t>
            </a:r>
            <a:br/>
            <a:r>
              <a:t>(Natural sentence merger)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58552" y="1645920"/>
            <a:ext cx="199887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95712" y="1920240"/>
            <a:ext cx="172455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5. Spoken Output</a:t>
            </a:r>
          </a:p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pyttsx3 / SAPI</a:t>
            </a:r>
            <a:br/>
            <a:r>
              <a:t>(Native Windows TTS)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Technical Architecture &amp; Component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8099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3235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Core Application: Python 3.10 / OpenCV 5.0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Handles camera feed, bounding box overlay, keybindings, and high-contrast dashboard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463040"/>
            <a:ext cx="518099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2590" y="1691640"/>
            <a:ext cx="463235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Inference Engine: ONNX Runtime 1.23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Pre-configured for Qualcomm QNN Execution Provider (Hexagon NPU) with CPU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8099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39"/>
            <a:ext cx="463235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7316"/>
                </a:solidFill>
                <a:latin typeface="Arial"/>
              </a:defRPr>
            </a:pPr>
            <a:r>
              <a:t>Vision Perception: YOLOv8-N ONNX (12.26 MB)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Compact 80-class object detector running letterbox preprocessing and NMS postprocessing.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3977639"/>
            <a:ext cx="518099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2590" y="4206239"/>
            <a:ext cx="463235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2C55E"/>
                </a:solidFill>
                <a:latin typeface="Arial"/>
              </a:defRPr>
            </a:pPr>
            <a:r>
              <a:t>OCR &amp; Speech: EasyOCR + pyttsx3 / SAPI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Fully offline text extraction and native Windows speech synthesis without cloud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Accessibility Focus &amp; Real-World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Medication &amp; Label Reading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Point camera at prescription bottles or packages; Netra identifies the bottle and reads dosage text out 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  <a:latin typeface="Arial"/>
              </a:defRPr>
            </a:pPr>
            <a:r>
              <a:t>Object &amp; Obstacle Identification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Recognizes physical objects (chairs, cups, laptops, keys) in immediate surroundings to aid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4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Signage &amp; Directional Guidance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Extracts room numbers, office door signs, and printed directions for low-vision individuals.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"/>
              </a:defRPr>
            </a:pPr>
            <a:r>
              <a:t>Zero-Telemetry Privacy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Operates entirely offline, guaranteeing personal camera feeds remain strictly private on-device.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Qualcomm® Snapdragon® Hardware Strategy &amp; Verified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8099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323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F4444"/>
                </a:solidFill>
                <a:latin typeface="Arial"/>
              </a:defRPr>
            </a:pPr>
            <a:r>
              <a:t>Qualcomm QNN EP Strategy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Qualcomm QNN Integration: Engine requests QNNExecutionProvider (QnnHtp.dll burst mode) targeting Hexagon NPU.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Snapdragon Copilot+ Target: Designed for ARM64 Snapdragon Windows PCs with onnxruntime-qnn installed.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Graceful Fallback: Seamlessly defaults to CPUExecutionProvider on non-Snapdragon host development machines.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590" y="1737360"/>
            <a:ext cx="46323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97316"/>
                </a:solidFill>
                <a:latin typeface="Arial"/>
              </a:defRPr>
            </a:pPr>
            <a:r>
              <a:t>Empirical Verified Metrics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Detection Latency: ~40.1 ms average inference time (~25 FPS) on host processor.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Model Footprint: Compact YOLOv8-N ONNX binary requires only 12.26 MB storage.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Arial"/>
              </a:defRPr>
            </a:pPr>
            <a:r>
              <a:t>• Zero API Dependency: Entire visual perception turn completes locally without internet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Demonstration Sequence &amp; User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2073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7487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Step 1: Launch App</a:t>
            </a:r>
          </a:p>
          <a:p>
            <a:pPr>
              <a:defRPr sz="1350">
                <a:solidFill>
                  <a:srgbClr val="94A3B8"/>
                </a:solidFill>
                <a:latin typeface="Arial"/>
              </a:defRPr>
            </a:pPr>
            <a:r>
              <a:t>Double-click run.bat or execute python main.py. App initializes camera and local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463040"/>
            <a:ext cx="3332073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7953" y="1737360"/>
            <a:ext cx="287487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Arial"/>
              </a:defRPr>
            </a:pPr>
            <a:r>
              <a:t>Step 2: Interactive Overlay</a:t>
            </a:r>
          </a:p>
          <a:p>
            <a:pPr>
              <a:defRPr sz="1350">
                <a:solidFill>
                  <a:srgbClr val="94A3B8"/>
                </a:solidFill>
                <a:latin typeface="Arial"/>
              </a:defRPr>
            </a:pPr>
            <a:r>
              <a:t>High-contrast dark dashboard opens displaying real-time camera view and status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186" y="1463040"/>
            <a:ext cx="3332073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5786" y="1737360"/>
            <a:ext cx="287487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2C55E"/>
                </a:solidFill>
                <a:latin typeface="Arial"/>
              </a:defRPr>
            </a:pPr>
            <a:r>
              <a:t>Step 3: Press SPACE Bar</a:t>
            </a:r>
          </a:p>
          <a:p>
            <a:pPr>
              <a:defRPr sz="1350">
                <a:solidFill>
                  <a:srgbClr val="94A3B8"/>
                </a:solidFill>
                <a:latin typeface="Arial"/>
              </a:defRPr>
            </a:pPr>
            <a:r>
              <a:t>Captures frame, runs object detection + EasyOCR, composes description, and speaks out 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Core Innovation &amp; Project Differentiation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Zero-Cloud Local Pipeline</a:t>
            </a:r>
          </a:p>
          <a:p>
            <a:pPr>
              <a:defRPr sz="1350">
                <a:solidFill>
                  <a:srgbClr val="94A3B8"/>
                </a:solidFill>
                <a:latin typeface="Arial"/>
              </a:defRPr>
            </a:pPr>
            <a:r>
              <a:t>Complete perception and speech synthesis execute locally on-device with zero cloud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Ultra-Low Storage Footprint</a:t>
            </a:r>
          </a:p>
          <a:p>
            <a:pPr>
              <a:defRPr sz="1350">
                <a:solidFill>
                  <a:srgbClr val="94A3B8"/>
                </a:solidFill>
                <a:latin typeface="Arial"/>
              </a:defRPr>
            </a:pPr>
            <a:r>
              <a:t>Sub-15 MB total model binaries ensure low memory overhead and rapid cold-start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  <a:latin typeface="Arial"/>
              </a:defRPr>
            </a:pPr>
            <a:r>
              <a:t>Deterministic Response Merger</a:t>
            </a:r>
          </a:p>
          <a:p>
            <a:pPr>
              <a:defRPr sz="1350">
                <a:solidFill>
                  <a:srgbClr val="94A3B8"/>
                </a:solidFill>
                <a:latin typeface="Arial"/>
              </a:defRPr>
            </a:pPr>
            <a:r>
              <a:t>Synthesizes visual bounding boxes and OCR text into natural sentences with zero LLM hallucination.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F97316"/>
                </a:solidFill>
                <a:latin typeface="Arial"/>
              </a:defRPr>
            </a:pPr>
            <a:r>
              <a:t>QUALCOMM® SNAPDRAGON® AI LAB BUILD &amp; PRESENT CHALLENGE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NETRA: "See it. Understand it. Hear it."</a:t>
            </a:r>
          </a:p>
          <a:p>
            <a:pPr>
              <a:spcAft>
                <a:spcPts val="24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Empowering independence for low-vision users through Snapdragon-powered on-device AI.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Thank You! Submission package prepared for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